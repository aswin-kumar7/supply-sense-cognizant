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1" r:id="rId4"/>
    <p:sldMasterId id="2147483941" r:id="rId5"/>
  </p:sldMasterIdLst>
  <p:notesMasterIdLst>
    <p:notesMasterId r:id="rId14"/>
  </p:notesMasterIdLst>
  <p:handoutMasterIdLst>
    <p:handoutMasterId r:id="rId15"/>
  </p:handoutMasterIdLst>
  <p:sldIdLst>
    <p:sldId id="2147479510" r:id="rId6"/>
    <p:sldId id="2147478866" r:id="rId7"/>
    <p:sldId id="2147479514" r:id="rId8"/>
    <p:sldId id="2147478862" r:id="rId9"/>
    <p:sldId id="2147478861" r:id="rId10"/>
    <p:sldId id="2147479513" r:id="rId11"/>
    <p:sldId id="2147478864" r:id="rId12"/>
    <p:sldId id="214747951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orient="horz" pos="34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8A5BD095-9E65-7BE9-45FB-30FB8BB32066}" name="U V, Suma (Cognizant)" initials="UVS(" userId="S::130507@cognizant.com::4f7947b8-3b59-458a-ab0c-e8875a4c651f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48"/>
    <a:srgbClr val="05819B"/>
    <a:srgbClr val="0ED1D3"/>
    <a:srgbClr val="E2FDFE"/>
    <a:srgbClr val="26EFE9"/>
    <a:srgbClr val="23ECE7"/>
    <a:srgbClr val="1EE5E2"/>
    <a:srgbClr val="19DEDD"/>
    <a:srgbClr val="16DBDB"/>
    <a:srgbClr val="13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1FD0BE-A1B9-E8FE-BAB5-1A18B5981563}" v="177" dt="2026-05-06T05:15:46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5"/>
    <p:restoredTop sz="94646"/>
  </p:normalViewPr>
  <p:slideViewPr>
    <p:cSldViewPr snapToGrid="0">
      <p:cViewPr>
        <p:scale>
          <a:sx n="82" d="100"/>
          <a:sy n="82" d="100"/>
        </p:scale>
        <p:origin x="1760" y="736"/>
      </p:cViewPr>
      <p:guideLst>
        <p:guide orient="horz" pos="1584"/>
        <p:guide orient="horz" pos="3480"/>
        <p:guide orient="horz" pos="196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riti T M 23BCS401" userId="bddfaf95-95ad-4279-ac00-9bdecab2c6c7" providerId="ADAL" clId="{0EA7AE0F-C551-5CCB-AB44-F25865BA4623}"/>
    <pc:docChg chg="custSel modSld">
      <pc:chgData name="Smriti T M 23BCS401" userId="bddfaf95-95ad-4279-ac00-9bdecab2c6c7" providerId="ADAL" clId="{0EA7AE0F-C551-5CCB-AB44-F25865BA4623}" dt="2026-05-06T04:27:26.475" v="63" actId="20577"/>
      <pc:docMkLst>
        <pc:docMk/>
      </pc:docMkLst>
      <pc:sldChg chg="modSp mod">
        <pc:chgData name="Smriti T M 23BCS401" userId="bddfaf95-95ad-4279-ac00-9bdecab2c6c7" providerId="ADAL" clId="{0EA7AE0F-C551-5CCB-AB44-F25865BA4623}" dt="2026-05-06T04:27:26.475" v="63" actId="20577"/>
        <pc:sldMkLst>
          <pc:docMk/>
          <pc:sldMk cId="4049997883" sldId="2147479510"/>
        </pc:sldMkLst>
        <pc:spChg chg="mod">
          <ac:chgData name="Smriti T M 23BCS401" userId="bddfaf95-95ad-4279-ac00-9bdecab2c6c7" providerId="ADAL" clId="{0EA7AE0F-C551-5CCB-AB44-F25865BA4623}" dt="2026-05-06T04:27:26.475" v="63" actId="20577"/>
          <ac:spMkLst>
            <pc:docMk/>
            <pc:sldMk cId="4049997883" sldId="2147479510"/>
            <ac:spMk id="2" creationId="{8FCC2E60-57B6-1161-2BEC-AEB5B3562B80}"/>
          </ac:spMkLst>
        </pc:spChg>
        <pc:spChg chg="mod">
          <ac:chgData name="Smriti T M 23BCS401" userId="bddfaf95-95ad-4279-ac00-9bdecab2c6c7" providerId="ADAL" clId="{0EA7AE0F-C551-5CCB-AB44-F25865BA4623}" dt="2026-05-06T04:27:05.843" v="15" actId="20577"/>
          <ac:spMkLst>
            <pc:docMk/>
            <pc:sldMk cId="4049997883" sldId="2147479510"/>
            <ac:spMk id="3" creationId="{C05D5327-9268-AC36-16BC-D3D4B4F25D4B}"/>
          </ac:spMkLst>
        </pc:spChg>
      </pc:sldChg>
    </pc:docChg>
  </pc:docChgLst>
  <pc:docChgLst>
    <pc:chgData name="Mahajani, Shilpa (Cognizant)" userId="62aaff1f-caee-40e5-96dc-190d037703a8" providerId="ADAL" clId="{430B2AE5-3B0C-4108-BD7A-4936B4CC4D4B}"/>
    <pc:docChg chg="undo custSel addSld delSld modSld">
      <pc:chgData name="Mahajani, Shilpa (Cognizant)" userId="62aaff1f-caee-40e5-96dc-190d037703a8" providerId="ADAL" clId="{430B2AE5-3B0C-4108-BD7A-4936B4CC4D4B}" dt="2026-04-30T09:31:21.380" v="350" actId="6549"/>
      <pc:docMkLst>
        <pc:docMk/>
      </pc:docMkLst>
      <pc:sldChg chg="addSp modSp mod">
        <pc:chgData name="Mahajani, Shilpa (Cognizant)" userId="62aaff1f-caee-40e5-96dc-190d037703a8" providerId="ADAL" clId="{430B2AE5-3B0C-4108-BD7A-4936B4CC4D4B}" dt="2026-04-30T09:17:54.656" v="273" actId="20577"/>
        <pc:sldMkLst>
          <pc:docMk/>
          <pc:sldMk cId="1692409699" sldId="2147478840"/>
        </pc:sldMkLst>
        <pc:spChg chg="mod">
          <ac:chgData name="Mahajani, Shilpa (Cognizant)" userId="62aaff1f-caee-40e5-96dc-190d037703a8" providerId="ADAL" clId="{430B2AE5-3B0C-4108-BD7A-4936B4CC4D4B}" dt="2026-04-30T09:15:11.964" v="62" actId="20577"/>
          <ac:spMkLst>
            <pc:docMk/>
            <pc:sldMk cId="1692409699" sldId="2147478840"/>
            <ac:spMk id="2" creationId="{9AEF96AF-1BDE-CA50-83C7-1B179E095FE4}"/>
          </ac:spMkLst>
        </pc:spChg>
        <pc:spChg chg="add mod">
          <ac:chgData name="Mahajani, Shilpa (Cognizant)" userId="62aaff1f-caee-40e5-96dc-190d037703a8" providerId="ADAL" clId="{430B2AE5-3B0C-4108-BD7A-4936B4CC4D4B}" dt="2026-04-30T09:17:54.656" v="273" actId="20577"/>
          <ac:spMkLst>
            <pc:docMk/>
            <pc:sldMk cId="1692409699" sldId="2147478840"/>
            <ac:spMk id="5" creationId="{E5BFA9A4-82DF-CA0C-6363-02CC5EABC328}"/>
          </ac:spMkLst>
        </pc:spChg>
      </pc:sldChg>
      <pc:sldChg chg="modSp mod">
        <pc:chgData name="Mahajani, Shilpa (Cognizant)" userId="62aaff1f-caee-40e5-96dc-190d037703a8" providerId="ADAL" clId="{430B2AE5-3B0C-4108-BD7A-4936B4CC4D4B}" dt="2026-04-30T09:19:18.600" v="334" actId="5793"/>
        <pc:sldMkLst>
          <pc:docMk/>
          <pc:sldMk cId="1621771122" sldId="2147478868"/>
        </pc:sldMkLst>
        <pc:spChg chg="mod">
          <ac:chgData name="Mahajani, Shilpa (Cognizant)" userId="62aaff1f-caee-40e5-96dc-190d037703a8" providerId="ADAL" clId="{430B2AE5-3B0C-4108-BD7A-4936B4CC4D4B}" dt="2026-04-30T09:19:18.600" v="334" actId="5793"/>
          <ac:spMkLst>
            <pc:docMk/>
            <pc:sldMk cId="1621771122" sldId="2147478868"/>
            <ac:spMk id="3" creationId="{B9D3E6B1-B08F-36CE-AA34-D14644CDA9DB}"/>
          </ac:spMkLst>
        </pc:spChg>
        <pc:graphicFrameChg chg="modGraphic">
          <ac:chgData name="Mahajani, Shilpa (Cognizant)" userId="62aaff1f-caee-40e5-96dc-190d037703a8" providerId="ADAL" clId="{430B2AE5-3B0C-4108-BD7A-4936B4CC4D4B}" dt="2026-04-30T03:23:24.296" v="1" actId="6549"/>
          <ac:graphicFrameMkLst>
            <pc:docMk/>
            <pc:sldMk cId="1621771122" sldId="2147478868"/>
            <ac:graphicFrameMk id="2" creationId="{CABFBCDB-6D14-DFB5-9953-30A1A07148A6}"/>
          </ac:graphicFrameMkLst>
        </pc:graphicFrameChg>
      </pc:sldChg>
      <pc:sldChg chg="modSp mod">
        <pc:chgData name="Mahajani, Shilpa (Cognizant)" userId="62aaff1f-caee-40e5-96dc-190d037703a8" providerId="ADAL" clId="{430B2AE5-3B0C-4108-BD7A-4936B4CC4D4B}" dt="2026-04-30T09:31:21.380" v="350" actId="6549"/>
        <pc:sldMkLst>
          <pc:docMk/>
          <pc:sldMk cId="4049997883" sldId="2147479510"/>
        </pc:sldMkLst>
        <pc:spChg chg="mod">
          <ac:chgData name="Mahajani, Shilpa (Cognizant)" userId="62aaff1f-caee-40e5-96dc-190d037703a8" providerId="ADAL" clId="{430B2AE5-3B0C-4108-BD7A-4936B4CC4D4B}" dt="2026-04-30T09:31:21.380" v="350" actId="6549"/>
          <ac:spMkLst>
            <pc:docMk/>
            <pc:sldMk cId="4049997883" sldId="2147479510"/>
            <ac:spMk id="2" creationId="{8FCC2E60-57B6-1161-2BEC-AEB5B3562B80}"/>
          </ac:spMkLst>
        </pc:spChg>
        <pc:spChg chg="mod">
          <ac:chgData name="Mahajani, Shilpa (Cognizant)" userId="62aaff1f-caee-40e5-96dc-190d037703a8" providerId="ADAL" clId="{430B2AE5-3B0C-4108-BD7A-4936B4CC4D4B}" dt="2026-04-30T09:12:19.500" v="22" actId="20577"/>
          <ac:spMkLst>
            <pc:docMk/>
            <pc:sldMk cId="4049997883" sldId="2147479510"/>
            <ac:spMk id="3" creationId="{C05D5327-9268-AC36-16BC-D3D4B4F25D4B}"/>
          </ac:spMkLst>
        </pc:spChg>
      </pc:sldChg>
      <pc:sldChg chg="add">
        <pc:chgData name="Mahajani, Shilpa (Cognizant)" userId="62aaff1f-caee-40e5-96dc-190d037703a8" providerId="ADAL" clId="{430B2AE5-3B0C-4108-BD7A-4936B4CC4D4B}" dt="2026-04-30T09:14:27.875" v="24" actId="2890"/>
        <pc:sldMkLst>
          <pc:docMk/>
          <pc:sldMk cId="414849008" sldId="2147479512"/>
        </pc:sldMkLst>
      </pc:sldChg>
    </pc:docChg>
  </pc:docChgLst>
  <pc:docChgLst>
    <pc:chgData name="Manne, Divya (Cognizant)" userId="60e18ec0-6c07-4a7f-a379-fd70960fca06" providerId="ADAL" clId="{6A5B17D5-BAE1-4AD9-A33B-721F75746DF0}"/>
    <pc:docChg chg="undo custSel addSld delSld modSld sldOrd modMainMaster">
      <pc:chgData name="Manne, Divya (Cognizant)" userId="60e18ec0-6c07-4a7f-a379-fd70960fca06" providerId="ADAL" clId="{6A5B17D5-BAE1-4AD9-A33B-721F75746DF0}" dt="2026-04-28T13:43:00.504" v="820" actId="20577"/>
      <pc:docMkLst>
        <pc:docMk/>
      </pc:docMkLst>
      <pc:sldChg chg="modSp mod">
        <pc:chgData name="Manne, Divya (Cognizant)" userId="60e18ec0-6c07-4a7f-a379-fd70960fca06" providerId="ADAL" clId="{6A5B17D5-BAE1-4AD9-A33B-721F75746DF0}" dt="2026-04-28T13:33:03.574" v="769" actId="20577"/>
        <pc:sldMkLst>
          <pc:docMk/>
          <pc:sldMk cId="1692409699" sldId="2147478840"/>
        </pc:sldMkLst>
        <pc:spChg chg="mod">
          <ac:chgData name="Manne, Divya (Cognizant)" userId="60e18ec0-6c07-4a7f-a379-fd70960fca06" providerId="ADAL" clId="{6A5B17D5-BAE1-4AD9-A33B-721F75746DF0}" dt="2026-04-28T13:33:03.574" v="769" actId="20577"/>
          <ac:spMkLst>
            <pc:docMk/>
            <pc:sldMk cId="1692409699" sldId="2147478840"/>
            <ac:spMk id="3" creationId="{16E02A26-20BE-A868-1EF4-0D5B5AD7DAE4}"/>
          </ac:spMkLst>
        </pc:spChg>
      </pc:sldChg>
      <pc:sldChg chg="modSp mod">
        <pc:chgData name="Manne, Divya (Cognizant)" userId="60e18ec0-6c07-4a7f-a379-fd70960fca06" providerId="ADAL" clId="{6A5B17D5-BAE1-4AD9-A33B-721F75746DF0}" dt="2026-04-28T13:42:55.418" v="818" actId="6549"/>
        <pc:sldMkLst>
          <pc:docMk/>
          <pc:sldMk cId="509997513" sldId="2147478861"/>
        </pc:sldMkLst>
        <pc:spChg chg="mod">
          <ac:chgData name="Manne, Divya (Cognizant)" userId="60e18ec0-6c07-4a7f-a379-fd70960fca06" providerId="ADAL" clId="{6A5B17D5-BAE1-4AD9-A33B-721F75746DF0}" dt="2026-04-28T13:42:55.418" v="818" actId="6549"/>
          <ac:spMkLst>
            <pc:docMk/>
            <pc:sldMk cId="509997513" sldId="2147478861"/>
            <ac:spMk id="4" creationId="{B4F5D635-C241-439F-EEBB-4A22AD40DB38}"/>
          </ac:spMkLst>
        </pc:spChg>
        <pc:spChg chg="mod">
          <ac:chgData name="Manne, Divya (Cognizant)" userId="60e18ec0-6c07-4a7f-a379-fd70960fca06" providerId="ADAL" clId="{6A5B17D5-BAE1-4AD9-A33B-721F75746DF0}" dt="2026-04-28T13:12:46.915" v="350" actId="20577"/>
          <ac:spMkLst>
            <pc:docMk/>
            <pc:sldMk cId="509997513" sldId="2147478861"/>
            <ac:spMk id="5" creationId="{4467C894-31FD-77B9-DD8C-EDB961BCFBDC}"/>
          </ac:spMkLst>
        </pc:spChg>
        <pc:spChg chg="mod">
          <ac:chgData name="Manne, Divya (Cognizant)" userId="60e18ec0-6c07-4a7f-a379-fd70960fca06" providerId="ADAL" clId="{6A5B17D5-BAE1-4AD9-A33B-721F75746DF0}" dt="2026-04-28T13:25:26.333" v="691" actId="20577"/>
          <ac:spMkLst>
            <pc:docMk/>
            <pc:sldMk cId="509997513" sldId="2147478861"/>
            <ac:spMk id="6" creationId="{EA4A1186-2DC0-71F3-F90D-A7CEECC535A5}"/>
          </ac:spMkLst>
        </pc:spChg>
      </pc:sldChg>
      <pc:sldChg chg="modSp mod ord">
        <pc:chgData name="Manne, Divya (Cognizant)" userId="60e18ec0-6c07-4a7f-a379-fd70960fca06" providerId="ADAL" clId="{6A5B17D5-BAE1-4AD9-A33B-721F75746DF0}" dt="2026-04-28T13:42:51.059" v="817" actId="20577"/>
        <pc:sldMkLst>
          <pc:docMk/>
          <pc:sldMk cId="1810024183" sldId="2147478862"/>
        </pc:sldMkLst>
        <pc:spChg chg="mod">
          <ac:chgData name="Manne, Divya (Cognizant)" userId="60e18ec0-6c07-4a7f-a379-fd70960fca06" providerId="ADAL" clId="{6A5B17D5-BAE1-4AD9-A33B-721F75746DF0}" dt="2026-04-28T13:42:51.059" v="817" actId="20577"/>
          <ac:spMkLst>
            <pc:docMk/>
            <pc:sldMk cId="1810024183" sldId="2147478862"/>
            <ac:spMk id="4" creationId="{59F17DB3-EA65-1A10-EB44-623354548EE5}"/>
          </ac:spMkLst>
        </pc:spChg>
        <pc:spChg chg="mod">
          <ac:chgData name="Manne, Divya (Cognizant)" userId="60e18ec0-6c07-4a7f-a379-fd70960fca06" providerId="ADAL" clId="{6A5B17D5-BAE1-4AD9-A33B-721F75746DF0}" dt="2026-04-28T13:37:11.071" v="791" actId="14100"/>
          <ac:spMkLst>
            <pc:docMk/>
            <pc:sldMk cId="1810024183" sldId="2147478862"/>
            <ac:spMk id="5" creationId="{525EBED6-B2DB-B91B-284D-B232A7F40575}"/>
          </ac:spMkLst>
        </pc:spChg>
        <pc:spChg chg="mod">
          <ac:chgData name="Manne, Divya (Cognizant)" userId="60e18ec0-6c07-4a7f-a379-fd70960fca06" providerId="ADAL" clId="{6A5B17D5-BAE1-4AD9-A33B-721F75746DF0}" dt="2026-04-28T13:36:44.391" v="789" actId="1035"/>
          <ac:spMkLst>
            <pc:docMk/>
            <pc:sldMk cId="1810024183" sldId="2147478862"/>
            <ac:spMk id="6" creationId="{F293E2CD-A5B9-36EA-2CDA-4A9098BC00B6}"/>
          </ac:spMkLst>
        </pc:spChg>
        <pc:spChg chg="mod">
          <ac:chgData name="Manne, Divya (Cognizant)" userId="60e18ec0-6c07-4a7f-a379-fd70960fca06" providerId="ADAL" clId="{6A5B17D5-BAE1-4AD9-A33B-721F75746DF0}" dt="2026-04-28T13:26:48.338" v="701" actId="20577"/>
          <ac:spMkLst>
            <pc:docMk/>
            <pc:sldMk cId="1810024183" sldId="2147478862"/>
            <ac:spMk id="9" creationId="{65185B65-BFBE-8996-BFCB-A93D2E21224C}"/>
          </ac:spMkLst>
        </pc:spChg>
        <pc:spChg chg="mod">
          <ac:chgData name="Manne, Divya (Cognizant)" userId="60e18ec0-6c07-4a7f-a379-fd70960fca06" providerId="ADAL" clId="{6A5B17D5-BAE1-4AD9-A33B-721F75746DF0}" dt="2026-04-28T13:36:06.967" v="787" actId="1038"/>
          <ac:spMkLst>
            <pc:docMk/>
            <pc:sldMk cId="1810024183" sldId="2147478862"/>
            <ac:spMk id="11" creationId="{EA194955-6208-156E-96F5-58AEA47DF8BA}"/>
          </ac:spMkLst>
        </pc:spChg>
      </pc:sldChg>
      <pc:sldChg chg="modSp mod">
        <pc:chgData name="Manne, Divya (Cognizant)" userId="60e18ec0-6c07-4a7f-a379-fd70960fca06" providerId="ADAL" clId="{6A5B17D5-BAE1-4AD9-A33B-721F75746DF0}" dt="2026-04-28T13:43:00.504" v="820" actId="20577"/>
        <pc:sldMkLst>
          <pc:docMk/>
          <pc:sldMk cId="442285154" sldId="2147478864"/>
        </pc:sldMkLst>
        <pc:spChg chg="mod">
          <ac:chgData name="Manne, Divya (Cognizant)" userId="60e18ec0-6c07-4a7f-a379-fd70960fca06" providerId="ADAL" clId="{6A5B17D5-BAE1-4AD9-A33B-721F75746DF0}" dt="2026-04-28T13:43:00.504" v="820" actId="20577"/>
          <ac:spMkLst>
            <pc:docMk/>
            <pc:sldMk cId="442285154" sldId="2147478864"/>
            <ac:spMk id="4" creationId="{F3159DA6-B2BF-8792-AD1F-23DAFC8914D2}"/>
          </ac:spMkLst>
        </pc:spChg>
        <pc:spChg chg="mod">
          <ac:chgData name="Manne, Divya (Cognizant)" userId="60e18ec0-6c07-4a7f-a379-fd70960fca06" providerId="ADAL" clId="{6A5B17D5-BAE1-4AD9-A33B-721F75746DF0}" dt="2026-04-28T13:26:56.521" v="705" actId="20577"/>
          <ac:spMkLst>
            <pc:docMk/>
            <pc:sldMk cId="442285154" sldId="2147478864"/>
            <ac:spMk id="5" creationId="{4714BA1E-65C7-7C9C-3F08-0D0484356266}"/>
          </ac:spMkLst>
        </pc:spChg>
        <pc:spChg chg="mod">
          <ac:chgData name="Manne, Divya (Cognizant)" userId="60e18ec0-6c07-4a7f-a379-fd70960fca06" providerId="ADAL" clId="{6A5B17D5-BAE1-4AD9-A33B-721F75746DF0}" dt="2026-04-28T13:21:37.071" v="562" actId="6549"/>
          <ac:spMkLst>
            <pc:docMk/>
            <pc:sldMk cId="442285154" sldId="2147478864"/>
            <ac:spMk id="6" creationId="{36AB9FD5-0256-0FA8-A120-BB544705251D}"/>
          </ac:spMkLst>
        </pc:spChg>
        <pc:spChg chg="mod">
          <ac:chgData name="Manne, Divya (Cognizant)" userId="60e18ec0-6c07-4a7f-a379-fd70960fca06" providerId="ADAL" clId="{6A5B17D5-BAE1-4AD9-A33B-721F75746DF0}" dt="2026-04-28T13:21:46.176" v="575" actId="20577"/>
          <ac:spMkLst>
            <pc:docMk/>
            <pc:sldMk cId="442285154" sldId="2147478864"/>
            <ac:spMk id="9" creationId="{5CF91496-85DD-D02F-082E-D49F7DFA647E}"/>
          </ac:spMkLst>
        </pc:spChg>
        <pc:spChg chg="mod">
          <ac:chgData name="Manne, Divya (Cognizant)" userId="60e18ec0-6c07-4a7f-a379-fd70960fca06" providerId="ADAL" clId="{6A5B17D5-BAE1-4AD9-A33B-721F75746DF0}" dt="2026-04-28T13:22:34.661" v="639" actId="20577"/>
          <ac:spMkLst>
            <pc:docMk/>
            <pc:sldMk cId="442285154" sldId="2147478864"/>
            <ac:spMk id="11" creationId="{FA7FA394-9C18-5BA5-A7E4-5BC0E1FA68C8}"/>
          </ac:spMkLst>
        </pc:spChg>
      </pc:sldChg>
      <pc:sldChg chg="delSp modSp mod">
        <pc:chgData name="Manne, Divya (Cognizant)" userId="60e18ec0-6c07-4a7f-a379-fd70960fca06" providerId="ADAL" clId="{6A5B17D5-BAE1-4AD9-A33B-721F75746DF0}" dt="2026-04-28T13:42:45.599" v="815" actId="6549"/>
        <pc:sldMkLst>
          <pc:docMk/>
          <pc:sldMk cId="1988725249" sldId="2147478866"/>
        </pc:sldMkLst>
        <pc:spChg chg="mod">
          <ac:chgData name="Manne, Divya (Cognizant)" userId="60e18ec0-6c07-4a7f-a379-fd70960fca06" providerId="ADAL" clId="{6A5B17D5-BAE1-4AD9-A33B-721F75746DF0}" dt="2026-04-28T13:42:45.599" v="815" actId="6549"/>
          <ac:spMkLst>
            <pc:docMk/>
            <pc:sldMk cId="1988725249" sldId="2147478866"/>
            <ac:spMk id="4" creationId="{7B6DD68C-8495-5A60-1BE1-C5F37EFBDA36}"/>
          </ac:spMkLst>
        </pc:spChg>
        <pc:spChg chg="mod">
          <ac:chgData name="Manne, Divya (Cognizant)" userId="60e18ec0-6c07-4a7f-a379-fd70960fca06" providerId="ADAL" clId="{6A5B17D5-BAE1-4AD9-A33B-721F75746DF0}" dt="2026-04-28T13:10:15.626" v="211" actId="20577"/>
          <ac:spMkLst>
            <pc:docMk/>
            <pc:sldMk cId="1988725249" sldId="2147478866"/>
            <ac:spMk id="5" creationId="{1144D771-232B-BF8B-99CB-FE62206D01F0}"/>
          </ac:spMkLst>
        </pc:spChg>
        <pc:spChg chg="mod">
          <ac:chgData name="Manne, Divya (Cognizant)" userId="60e18ec0-6c07-4a7f-a379-fd70960fca06" providerId="ADAL" clId="{6A5B17D5-BAE1-4AD9-A33B-721F75746DF0}" dt="2026-04-28T13:11:51.961" v="294" actId="20577"/>
          <ac:spMkLst>
            <pc:docMk/>
            <pc:sldMk cId="1988725249" sldId="2147478866"/>
            <ac:spMk id="6" creationId="{84C65C9D-AA15-5E74-6D9B-F3AD0A55B29C}"/>
          </ac:spMkLst>
        </pc:spChg>
        <pc:spChg chg="mod">
          <ac:chgData name="Manne, Divya (Cognizant)" userId="60e18ec0-6c07-4a7f-a379-fd70960fca06" providerId="ADAL" clId="{6A5B17D5-BAE1-4AD9-A33B-721F75746DF0}" dt="2026-04-28T13:12:07.741" v="314" actId="20577"/>
          <ac:spMkLst>
            <pc:docMk/>
            <pc:sldMk cId="1988725249" sldId="2147478866"/>
            <ac:spMk id="9" creationId="{EDC63FB0-4F2F-5940-C47A-29942B42D70B}"/>
          </ac:spMkLst>
        </pc:spChg>
        <pc:spChg chg="mod">
          <ac:chgData name="Manne, Divya (Cognizant)" userId="60e18ec0-6c07-4a7f-a379-fd70960fca06" providerId="ADAL" clId="{6A5B17D5-BAE1-4AD9-A33B-721F75746DF0}" dt="2026-04-28T13:32:20.501" v="765" actId="6549"/>
          <ac:spMkLst>
            <pc:docMk/>
            <pc:sldMk cId="1988725249" sldId="2147478866"/>
            <ac:spMk id="11" creationId="{F1CEA55F-2FE1-D4B5-990B-70972475C51F}"/>
          </ac:spMkLst>
        </pc:spChg>
      </pc:sldChg>
      <pc:sldChg chg="addSp delSp modSp mod ord">
        <pc:chgData name="Manne, Divya (Cognizant)" userId="60e18ec0-6c07-4a7f-a379-fd70960fca06" providerId="ADAL" clId="{6A5B17D5-BAE1-4AD9-A33B-721F75746DF0}" dt="2026-04-28T13:31:18.971" v="749" actId="20577"/>
        <pc:sldMkLst>
          <pc:docMk/>
          <pc:sldMk cId="1621771122" sldId="2147478868"/>
        </pc:sldMkLst>
        <pc:spChg chg="mod">
          <ac:chgData name="Manne, Divya (Cognizant)" userId="60e18ec0-6c07-4a7f-a379-fd70960fca06" providerId="ADAL" clId="{6A5B17D5-BAE1-4AD9-A33B-721F75746DF0}" dt="2026-04-28T13:27:13.828" v="717" actId="20577"/>
          <ac:spMkLst>
            <pc:docMk/>
            <pc:sldMk cId="1621771122" sldId="2147478868"/>
            <ac:spMk id="3" creationId="{B9D3E6B1-B08F-36CE-AA34-D14644CDA9DB}"/>
          </ac:spMkLst>
        </pc:spChg>
        <pc:spChg chg="mod">
          <ac:chgData name="Manne, Divya (Cognizant)" userId="60e18ec0-6c07-4a7f-a379-fd70960fca06" providerId="ADAL" clId="{6A5B17D5-BAE1-4AD9-A33B-721F75746DF0}" dt="2026-04-28T13:31:18.971" v="749" actId="20577"/>
          <ac:spMkLst>
            <pc:docMk/>
            <pc:sldMk cId="1621771122" sldId="2147478868"/>
            <ac:spMk id="4" creationId="{E54BC9E1-D819-BF58-D372-E1E469B82831}"/>
          </ac:spMkLst>
        </pc:spChg>
        <pc:graphicFrameChg chg="add mod modGraphic">
          <ac:chgData name="Manne, Divya (Cognizant)" userId="60e18ec0-6c07-4a7f-a379-fd70960fca06" providerId="ADAL" clId="{6A5B17D5-BAE1-4AD9-A33B-721F75746DF0}" dt="2026-04-28T13:31:10.231" v="747" actId="113"/>
          <ac:graphicFrameMkLst>
            <pc:docMk/>
            <pc:sldMk cId="1621771122" sldId="2147478868"/>
            <ac:graphicFrameMk id="2" creationId="{CABFBCDB-6D14-DFB5-9953-30A1A07148A6}"/>
          </ac:graphicFrameMkLst>
        </pc:graphicFrameChg>
      </pc:sldChg>
      <pc:sldChg chg="modSp add mod">
        <pc:chgData name="Manne, Divya (Cognizant)" userId="60e18ec0-6c07-4a7f-a379-fd70960fca06" providerId="ADAL" clId="{6A5B17D5-BAE1-4AD9-A33B-721F75746DF0}" dt="2026-04-28T12:39:09.500" v="188" actId="255"/>
        <pc:sldMkLst>
          <pc:docMk/>
          <pc:sldMk cId="4049997883" sldId="2147479510"/>
        </pc:sldMkLst>
        <pc:spChg chg="mod">
          <ac:chgData name="Manne, Divya (Cognizant)" userId="60e18ec0-6c07-4a7f-a379-fd70960fca06" providerId="ADAL" clId="{6A5B17D5-BAE1-4AD9-A33B-721F75746DF0}" dt="2026-04-28T12:39:09.500" v="188" actId="255"/>
          <ac:spMkLst>
            <pc:docMk/>
            <pc:sldMk cId="4049997883" sldId="2147479510"/>
            <ac:spMk id="2" creationId="{8FCC2E60-57B6-1161-2BEC-AEB5B3562B80}"/>
          </ac:spMkLst>
        </pc:spChg>
        <pc:spChg chg="mod">
          <ac:chgData name="Manne, Divya (Cognizant)" userId="60e18ec0-6c07-4a7f-a379-fd70960fca06" providerId="ADAL" clId="{6A5B17D5-BAE1-4AD9-A33B-721F75746DF0}" dt="2026-04-28T12:38:29.525" v="158" actId="20577"/>
          <ac:spMkLst>
            <pc:docMk/>
            <pc:sldMk cId="4049997883" sldId="2147479510"/>
            <ac:spMk id="3" creationId="{C05D5327-9268-AC36-16BC-D3D4B4F25D4B}"/>
          </ac:spMkLst>
        </pc:spChg>
      </pc:sldChg>
      <pc:sldMasterChg chg="modSldLayout">
        <pc:chgData name="Manne, Divya (Cognizant)" userId="60e18ec0-6c07-4a7f-a379-fd70960fca06" providerId="ADAL" clId="{6A5B17D5-BAE1-4AD9-A33B-721F75746DF0}" dt="2026-04-28T13:41:46.007" v="795" actId="20577"/>
        <pc:sldMasterMkLst>
          <pc:docMk/>
          <pc:sldMasterMk cId="1189719779" sldId="2147483821"/>
        </pc:sldMasterMkLst>
        <pc:sldLayoutChg chg="modSp mod">
          <pc:chgData name="Manne, Divya (Cognizant)" userId="60e18ec0-6c07-4a7f-a379-fd70960fca06" providerId="ADAL" clId="{6A5B17D5-BAE1-4AD9-A33B-721F75746DF0}" dt="2026-04-28T13:41:37.699" v="793" actId="20577"/>
          <pc:sldLayoutMkLst>
            <pc:docMk/>
            <pc:sldMasterMk cId="1189719779" sldId="2147483821"/>
            <pc:sldLayoutMk cId="206534595" sldId="2147483796"/>
          </pc:sldLayoutMkLst>
          <pc:spChg chg="mod">
            <ac:chgData name="Manne, Divya (Cognizant)" userId="60e18ec0-6c07-4a7f-a379-fd70960fca06" providerId="ADAL" clId="{6A5B17D5-BAE1-4AD9-A33B-721F75746DF0}" dt="2026-04-28T13:41:37.699" v="793" actId="20577"/>
            <ac:spMkLst>
              <pc:docMk/>
              <pc:sldMasterMk cId="1189719779" sldId="2147483821"/>
              <pc:sldLayoutMk cId="206534595" sldId="2147483796"/>
              <ac:spMk id="3" creationId="{4703109E-6BFC-1742-809E-63EC7ED700EA}"/>
            </ac:spMkLst>
          </pc:spChg>
        </pc:sldLayoutChg>
        <pc:sldLayoutChg chg="modSp mod">
          <pc:chgData name="Manne, Divya (Cognizant)" userId="60e18ec0-6c07-4a7f-a379-fd70960fca06" providerId="ADAL" clId="{6A5B17D5-BAE1-4AD9-A33B-721F75746DF0}" dt="2026-04-28T13:41:46.007" v="795" actId="20577"/>
          <pc:sldLayoutMkLst>
            <pc:docMk/>
            <pc:sldMasterMk cId="1189719779" sldId="2147483821"/>
            <pc:sldLayoutMk cId="1725878177" sldId="2147483797"/>
          </pc:sldLayoutMkLst>
          <pc:spChg chg="mod">
            <ac:chgData name="Manne, Divya (Cognizant)" userId="60e18ec0-6c07-4a7f-a379-fd70960fca06" providerId="ADAL" clId="{6A5B17D5-BAE1-4AD9-A33B-721F75746DF0}" dt="2026-04-28T13:41:46.007" v="795" actId="20577"/>
            <ac:spMkLst>
              <pc:docMk/>
              <pc:sldMasterMk cId="1189719779" sldId="2147483821"/>
              <pc:sldLayoutMk cId="1725878177" sldId="2147483797"/>
              <ac:spMk id="3" creationId="{4703109E-6BFC-1742-809E-63EC7ED700EA}"/>
            </ac:spMkLst>
          </pc:spChg>
        </pc:sldLayoutChg>
      </pc:sldMasterChg>
      <pc:sldMasterChg chg="modSp mod modSldLayout">
        <pc:chgData name="Manne, Divya (Cognizant)" userId="60e18ec0-6c07-4a7f-a379-fd70960fca06" providerId="ADAL" clId="{6A5B17D5-BAE1-4AD9-A33B-721F75746DF0}" dt="2026-04-28T13:42:34.755" v="814" actId="20577"/>
        <pc:sldMasterMkLst>
          <pc:docMk/>
          <pc:sldMasterMk cId="3373953295" sldId="2147483941"/>
        </pc:sldMasterMkLst>
        <pc:spChg chg="mod">
          <ac:chgData name="Manne, Divya (Cognizant)" userId="60e18ec0-6c07-4a7f-a379-fd70960fca06" providerId="ADAL" clId="{6A5B17D5-BAE1-4AD9-A33B-721F75746DF0}" dt="2026-04-28T13:42:34.755" v="814" actId="20577"/>
          <ac:spMkLst>
            <pc:docMk/>
            <pc:sldMasterMk cId="3373953295" sldId="2147483941"/>
            <ac:spMk id="5" creationId="{C0715BBF-C237-4C9F-A0A0-755261F5952F}"/>
          </ac:spMkLst>
        </pc:spChg>
        <pc:sldLayoutChg chg="modSp mod">
          <pc:chgData name="Manne, Divya (Cognizant)" userId="60e18ec0-6c07-4a7f-a379-fd70960fca06" providerId="ADAL" clId="{6A5B17D5-BAE1-4AD9-A33B-721F75746DF0}" dt="2026-04-28T13:42:17.016" v="809" actId="20577"/>
          <pc:sldLayoutMkLst>
            <pc:docMk/>
            <pc:sldMasterMk cId="3373953295" sldId="2147483941"/>
            <pc:sldLayoutMk cId="105516146" sldId="2147483943"/>
          </pc:sldLayoutMkLst>
          <pc:spChg chg="mod">
            <ac:chgData name="Manne, Divya (Cognizant)" userId="60e18ec0-6c07-4a7f-a379-fd70960fca06" providerId="ADAL" clId="{6A5B17D5-BAE1-4AD9-A33B-721F75746DF0}" dt="2026-04-28T13:42:17.016" v="809" actId="20577"/>
            <ac:spMkLst>
              <pc:docMk/>
              <pc:sldMasterMk cId="3373953295" sldId="2147483941"/>
              <pc:sldLayoutMk cId="105516146" sldId="2147483943"/>
              <ac:spMk id="11" creationId="{DF00D856-F97D-6D4D-B68C-59A8B3CA076C}"/>
            </ac:spMkLst>
          </pc:spChg>
        </pc:sldLayoutChg>
        <pc:sldLayoutChg chg="modSp mod">
          <pc:chgData name="Manne, Divya (Cognizant)" userId="60e18ec0-6c07-4a7f-a379-fd70960fca06" providerId="ADAL" clId="{6A5B17D5-BAE1-4AD9-A33B-721F75746DF0}" dt="2026-04-28T13:42:08.497" v="806" actId="6549"/>
          <pc:sldLayoutMkLst>
            <pc:docMk/>
            <pc:sldMasterMk cId="3373953295" sldId="2147483941"/>
            <pc:sldLayoutMk cId="3774627062" sldId="2147483945"/>
          </pc:sldLayoutMkLst>
          <pc:spChg chg="mod">
            <ac:chgData name="Manne, Divya (Cognizant)" userId="60e18ec0-6c07-4a7f-a379-fd70960fca06" providerId="ADAL" clId="{6A5B17D5-BAE1-4AD9-A33B-721F75746DF0}" dt="2026-04-28T13:42:08.497" v="806" actId="6549"/>
            <ac:spMkLst>
              <pc:docMk/>
              <pc:sldMasterMk cId="3373953295" sldId="2147483941"/>
              <pc:sldLayoutMk cId="3774627062" sldId="2147483945"/>
              <ac:spMk id="11" creationId="{DF00D856-F97D-6D4D-B68C-59A8B3CA076C}"/>
            </ac:spMkLst>
          </pc:spChg>
        </pc:sldLayoutChg>
      </pc:sldMasterChg>
    </pc:docChg>
  </pc:docChgLst>
  <pc:docChgLst>
    <pc:chgData name="Malar S 23BCS081" userId="S::malar.23cs@kct.ac.in::90d75959-67b6-4c59-8593-523f7373b70f" providerId="AD" clId="Web-{C61FD0BE-A1B9-E8FE-BAB5-1A18B5981563}"/>
    <pc:docChg chg="modSld">
      <pc:chgData name="Malar S 23BCS081" userId="S::malar.23cs@kct.ac.in::90d75959-67b6-4c59-8593-523f7373b70f" providerId="AD" clId="Web-{C61FD0BE-A1B9-E8FE-BAB5-1A18B5981563}" dt="2026-05-06T05:15:46.056" v="184" actId="20577"/>
      <pc:docMkLst>
        <pc:docMk/>
      </pc:docMkLst>
      <pc:sldChg chg="modSp">
        <pc:chgData name="Malar S 23BCS081" userId="S::malar.23cs@kct.ac.in::90d75959-67b6-4c59-8593-523f7373b70f" providerId="AD" clId="Web-{C61FD0BE-A1B9-E8FE-BAB5-1A18B5981563}" dt="2026-05-06T05:15:46.056" v="184" actId="20577"/>
        <pc:sldMkLst>
          <pc:docMk/>
          <pc:sldMk cId="1810024183" sldId="2147478862"/>
        </pc:sldMkLst>
        <pc:spChg chg="mod">
          <ac:chgData name="Malar S 23BCS081" userId="S::malar.23cs@kct.ac.in::90d75959-67b6-4c59-8593-523f7373b70f" providerId="AD" clId="Web-{C61FD0BE-A1B9-E8FE-BAB5-1A18B5981563}" dt="2026-05-06T05:15:46.056" v="184" actId="20577"/>
          <ac:spMkLst>
            <pc:docMk/>
            <pc:sldMk cId="1810024183" sldId="2147478862"/>
            <ac:spMk id="6" creationId="{F293E2CD-A5B9-36EA-2CDA-4A9098BC00B6}"/>
          </ac:spMkLst>
        </pc:spChg>
      </pc:sldChg>
      <pc:sldChg chg="modSp">
        <pc:chgData name="Malar S 23BCS081" userId="S::malar.23cs@kct.ac.in::90d75959-67b6-4c59-8593-523f7373b70f" providerId="AD" clId="Web-{C61FD0BE-A1B9-E8FE-BAB5-1A18B5981563}" dt="2026-05-06T05:13:14.383" v="126" actId="20577"/>
        <pc:sldMkLst>
          <pc:docMk/>
          <pc:sldMk cId="1988725249" sldId="2147478866"/>
        </pc:sldMkLst>
        <pc:spChg chg="mod">
          <ac:chgData name="Malar S 23BCS081" userId="S::malar.23cs@kct.ac.in::90d75959-67b6-4c59-8593-523f7373b70f" providerId="AD" clId="Web-{C61FD0BE-A1B9-E8FE-BAB5-1A18B5981563}" dt="2026-05-06T05:12:37.585" v="120" actId="20577"/>
          <ac:spMkLst>
            <pc:docMk/>
            <pc:sldMk cId="1988725249" sldId="2147478866"/>
            <ac:spMk id="6" creationId="{84C65C9D-AA15-5E74-6D9B-F3AD0A55B29C}"/>
          </ac:spMkLst>
        </pc:spChg>
        <pc:spChg chg="mod">
          <ac:chgData name="Malar S 23BCS081" userId="S::malar.23cs@kct.ac.in::90d75959-67b6-4c59-8593-523f7373b70f" providerId="AD" clId="Web-{C61FD0BE-A1B9-E8FE-BAB5-1A18B5981563}" dt="2026-05-06T05:13:14.383" v="126" actId="20577"/>
          <ac:spMkLst>
            <pc:docMk/>
            <pc:sldMk cId="1988725249" sldId="2147478866"/>
            <ac:spMk id="11" creationId="{F1CEA55F-2FE1-D4B5-990B-70972475C51F}"/>
          </ac:spMkLst>
        </pc:spChg>
        <pc:spChg chg="mod">
          <ac:chgData name="Malar S 23BCS081" userId="S::malar.23cs@kct.ac.in::90d75959-67b6-4c59-8593-523f7373b70f" providerId="AD" clId="Web-{C61FD0BE-A1B9-E8FE-BAB5-1A18B5981563}" dt="2026-05-06T05:10:43.625" v="36" actId="1076"/>
          <ac:spMkLst>
            <pc:docMk/>
            <pc:sldMk cId="1988725249" sldId="2147478866"/>
            <ac:spMk id="12" creationId="{28E96E19-4443-120E-D81A-C7692D38A49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CC5-E31C-45D5-FFE7-A6C4A15B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CC6C-8F35-FCB5-D02A-08D1A59C2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D316-D2D6-CA0C-044F-E7A2F920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140D-0BFD-6DB6-5FF7-A281BEB9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46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239A-7ECE-C8B3-E865-5595C503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ADB0-7191-D080-D482-8472CB04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25029-1B80-70F9-1D4B-BE2707C1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4EF7-4DD3-D4F4-A12C-379C2278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3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EA13-AF1A-8B70-96F6-19C21A3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D5ED-DB7D-4BC8-B98A-A3CC2969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9350-DAA3-61A8-DC34-58BD693B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8BFF-E1EC-42C7-6256-DA0762898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0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F66E-23D1-8FD4-6C65-7826EE73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EED11-5708-90FB-D6A0-5DB66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06FF-8AAC-DEB5-CEE8-9DBF9B86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EDBF-6D04-5580-12FF-983D5EFA0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05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843C2-5350-C728-A4D6-7EEEACAF7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796" r:id="rId2"/>
    <p:sldLayoutId id="2147483797" r:id="rId3"/>
    <p:sldLayoutId id="2147483990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5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CC2E60-57B6-1161-2BEC-AEB5B3562B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8659" y="3930889"/>
            <a:ext cx="8849360" cy="1500188"/>
          </a:xfrm>
        </p:spPr>
        <p:txBody>
          <a:bodyPr/>
          <a:lstStyle/>
          <a:p>
            <a:r>
              <a:rPr lang="en-US" sz="1800" dirty="0">
                <a:solidFill>
                  <a:srgbClr val="26EFE9"/>
                </a:solidFill>
              </a:rPr>
              <a:t>Idea Title : </a:t>
            </a:r>
            <a:r>
              <a:rPr lang="en-US" sz="1800" dirty="0" err="1">
                <a:solidFill>
                  <a:srgbClr val="26EFE9"/>
                </a:solidFill>
              </a:rPr>
              <a:t>SupplySense</a:t>
            </a:r>
            <a:r>
              <a:rPr lang="en-US" sz="1800" dirty="0">
                <a:solidFill>
                  <a:srgbClr val="26EFE9"/>
                </a:solidFill>
              </a:rPr>
              <a:t> – Retail Supply chain resilience</a:t>
            </a:r>
          </a:p>
          <a:p>
            <a:r>
              <a:rPr lang="en-US" sz="1800" dirty="0">
                <a:solidFill>
                  <a:srgbClr val="26EFE9"/>
                </a:solidFill>
              </a:rPr>
              <a:t>Team Captain Name : Aswin Kumar B S</a:t>
            </a:r>
          </a:p>
          <a:p>
            <a:r>
              <a:rPr lang="en-US" sz="1800" dirty="0">
                <a:solidFill>
                  <a:srgbClr val="26EFE9"/>
                </a:solidFill>
              </a:rPr>
              <a:t>Team members Names : Naveen D , Smriti T M , Malar S</a:t>
            </a:r>
          </a:p>
          <a:p>
            <a:r>
              <a:rPr lang="en-US" sz="1800" dirty="0">
                <a:solidFill>
                  <a:srgbClr val="26EFE9"/>
                </a:solidFill>
              </a:rPr>
              <a:t>College Name : Kumaraguru College of Technology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5D5327-9268-AC36-16BC-D3D4B4F2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659" y="3089568"/>
            <a:ext cx="9338360" cy="677108"/>
          </a:xfrm>
        </p:spPr>
        <p:txBody>
          <a:bodyPr/>
          <a:lstStyle/>
          <a:p>
            <a:r>
              <a:rPr lang="en-IN" sz="4400" dirty="0">
                <a:solidFill>
                  <a:schemeClr val="bg1"/>
                </a:solidFill>
              </a:rPr>
              <a:t>MVP Presentation – Team Cipher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4D593-0A14-7819-33D9-764A6414A6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413F6-478A-A902-39B1-3F8B38F63B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9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658E-EA74-4702-7179-E21A88D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B8DBEF-A90E-75BD-2BC7-7AFC952C0D9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D68C-8495-5A60-1BE1-C5F37EFB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20A1C-385C-1B2C-7EBF-696FA2291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217ED1-02B9-3398-C290-8D4133CD5DC4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SupplySense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1EA97-7795-6D51-F716-B94C0F1807E9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96E19-4443-120E-D81A-C7692D38A49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144D771-232B-BF8B-99CB-FE62206D01F0}"/>
              </a:ext>
            </a:extLst>
          </p:cNvPr>
          <p:cNvSpPr/>
          <p:nvPr/>
        </p:nvSpPr>
        <p:spPr>
          <a:xfrm>
            <a:off x="516815" y="1044264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DC63FB0-4F2F-5940-C47A-29942B42D70B}"/>
              </a:ext>
            </a:extLst>
          </p:cNvPr>
          <p:cNvSpPr/>
          <p:nvPr/>
        </p:nvSpPr>
        <p:spPr>
          <a:xfrm>
            <a:off x="6188785" y="1024939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ker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Solution Description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1CEA55F-2FE1-D4B5-990B-70972475C51F}"/>
              </a:ext>
            </a:extLst>
          </p:cNvPr>
          <p:cNvSpPr txBox="1">
            <a:spLocks/>
          </p:cNvSpPr>
          <p:nvPr/>
        </p:nvSpPr>
        <p:spPr>
          <a:xfrm>
            <a:off x="6235831" y="1439373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defRPr/>
            </a:pPr>
            <a:endParaRPr lang="en-US" sz="1400" dirty="0">
              <a:solidFill>
                <a:srgbClr val="000048"/>
              </a:solidFill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C42997-C0C5-D40B-482C-05D775CB7479}"/>
              </a:ext>
            </a:extLst>
          </p:cNvPr>
          <p:cNvSpPr txBox="1"/>
          <p:nvPr/>
        </p:nvSpPr>
        <p:spPr>
          <a:xfrm>
            <a:off x="632768" y="1676053"/>
            <a:ext cx="52857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 err="1"/>
              <a:t>SupplySense</a:t>
            </a:r>
            <a:r>
              <a:rPr lang="en-IN" sz="1400" b="1" dirty="0"/>
              <a:t> — AI Procurement Intelligence for Indian FMCG</a:t>
            </a:r>
          </a:p>
          <a:p>
            <a:endParaRPr lang="en-IN" sz="1400" dirty="0"/>
          </a:p>
          <a:p>
            <a:r>
              <a:rPr lang="en-IN" sz="1400" b="1" dirty="0"/>
              <a:t>Problem</a:t>
            </a:r>
            <a:endParaRPr lang="en-IN" sz="1400" dirty="0"/>
          </a:p>
          <a:p>
            <a:r>
              <a:rPr lang="en-IN" sz="1400" dirty="0"/>
              <a:t>₹12,000 Cr annual loss due to supply chain disruptions </a:t>
            </a:r>
          </a:p>
          <a:p>
            <a:r>
              <a:rPr lang="en-IN" sz="1400" dirty="0"/>
              <a:t>78% procurement teams rely on spreadsheets &amp; intuition </a:t>
            </a:r>
          </a:p>
          <a:p>
            <a:r>
              <a:rPr lang="en-IN" sz="1400" dirty="0"/>
              <a:t>No visibility beyond Tier-1 suppliers </a:t>
            </a:r>
          </a:p>
          <a:p>
            <a:endParaRPr lang="en-IN" sz="1400" dirty="0"/>
          </a:p>
          <a:p>
            <a:r>
              <a:rPr lang="en-IN" sz="1400" b="1" dirty="0"/>
              <a:t>Impact</a:t>
            </a:r>
            <a:endParaRPr lang="en-IN" sz="1400" dirty="0"/>
          </a:p>
          <a:p>
            <a:r>
              <a:rPr lang="en-IN" sz="1400" dirty="0"/>
              <a:t>Stockouts detected after failure (not before) </a:t>
            </a:r>
          </a:p>
          <a:p>
            <a:r>
              <a:rPr lang="en-IN" sz="1400" dirty="0"/>
              <a:t>Tier-2 risks invisible → cascade failures </a:t>
            </a:r>
          </a:p>
          <a:p>
            <a:r>
              <a:rPr lang="en-IN" sz="1400" dirty="0"/>
              <a:t>Alerts scattered across emails </a:t>
            </a:r>
          </a:p>
          <a:p>
            <a:r>
              <a:rPr lang="en-IN" sz="1400" dirty="0"/>
              <a:t>₹ exposure calculated too late </a:t>
            </a:r>
          </a:p>
          <a:p>
            <a:endParaRPr lang="en-IN" sz="1400" dirty="0"/>
          </a:p>
          <a:p>
            <a:r>
              <a:rPr lang="en-IN" sz="1400" b="1" dirty="0"/>
              <a:t>Core Gap</a:t>
            </a:r>
            <a:br>
              <a:rPr lang="en-IN" sz="1400" dirty="0"/>
            </a:br>
            <a:r>
              <a:rPr lang="en-IN" sz="1400" dirty="0"/>
              <a:t>Procurement is </a:t>
            </a:r>
            <a:r>
              <a:rPr lang="en-IN" sz="1400" b="1" dirty="0"/>
              <a:t>reactive, not predictive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8EB22C-0436-E62F-103E-A0C31D351FC9}"/>
              </a:ext>
            </a:extLst>
          </p:cNvPr>
          <p:cNvSpPr txBox="1"/>
          <p:nvPr/>
        </p:nvSpPr>
        <p:spPr>
          <a:xfrm>
            <a:off x="6235831" y="1621179"/>
            <a:ext cx="53704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 err="1"/>
              <a:t>SupplySense</a:t>
            </a:r>
            <a:r>
              <a:rPr lang="en-IN" sz="1400" b="1" dirty="0"/>
              <a:t> = Real-time AI Procurement Command </a:t>
            </a:r>
            <a:r>
              <a:rPr lang="en-IN" sz="1400" b="1" dirty="0" err="1"/>
              <a:t>Center</a:t>
            </a:r>
            <a:endParaRPr lang="en-IN" sz="1400" dirty="0"/>
          </a:p>
          <a:p>
            <a:r>
              <a:rPr lang="en-IN" sz="1400" b="1" dirty="0"/>
              <a:t>Flow</a:t>
            </a:r>
          </a:p>
          <a:p>
            <a:br>
              <a:rPr lang="en-IN" sz="1400" dirty="0"/>
            </a:br>
            <a:r>
              <a:rPr lang="en-IN" sz="1400" dirty="0"/>
              <a:t>Signal → AI Agents → Risk Score → ₹ Impact → Action</a:t>
            </a:r>
          </a:p>
          <a:p>
            <a:endParaRPr lang="en-IN" sz="1400" dirty="0"/>
          </a:p>
          <a:p>
            <a:r>
              <a:rPr lang="en-IN" sz="1400" b="1" dirty="0"/>
              <a:t>How it works</a:t>
            </a:r>
            <a:endParaRPr lang="en-IN" sz="1400" dirty="0"/>
          </a:p>
          <a:p>
            <a:r>
              <a:rPr lang="en-IN" sz="1400" dirty="0"/>
              <a:t>Detects disruptions (weather, strikes, supply issues) </a:t>
            </a:r>
          </a:p>
          <a:p>
            <a:r>
              <a:rPr lang="en-IN" sz="1400" dirty="0"/>
              <a:t>Scores supplier risk (0–1 across 6 factors) </a:t>
            </a:r>
          </a:p>
          <a:p>
            <a:r>
              <a:rPr lang="en-IN" sz="1400" dirty="0"/>
              <a:t>Calculates ₹ TFE (financial exposure) </a:t>
            </a:r>
          </a:p>
          <a:p>
            <a:r>
              <a:rPr lang="en-IN" sz="1400" dirty="0"/>
              <a:t>Recommends actions (switch / reorder / expedite) </a:t>
            </a:r>
          </a:p>
          <a:p>
            <a:endParaRPr lang="en-IN" sz="1400" dirty="0"/>
          </a:p>
          <a:p>
            <a:r>
              <a:rPr lang="en-IN" sz="1400" b="1" dirty="0"/>
              <a:t>Key Features</a:t>
            </a:r>
            <a:endParaRPr lang="en-IN" sz="1400" dirty="0"/>
          </a:p>
          <a:p>
            <a:r>
              <a:rPr lang="en-IN" sz="1400" dirty="0"/>
              <a:t>Risk Engine (6 factors) </a:t>
            </a:r>
          </a:p>
          <a:p>
            <a:r>
              <a:rPr lang="en-IN" sz="1400" dirty="0"/>
              <a:t>India Map (risk visualization) </a:t>
            </a:r>
          </a:p>
          <a:p>
            <a:r>
              <a:rPr lang="en-IN" sz="1400" dirty="0"/>
              <a:t>What-if AI Chat (scenario simulation) </a:t>
            </a:r>
          </a:p>
          <a:p>
            <a:r>
              <a:rPr lang="en-IN" sz="1400" dirty="0"/>
              <a:t>Alternate Supplier Suggestions </a:t>
            </a:r>
          </a:p>
          <a:p>
            <a:r>
              <a:rPr lang="en-IN" sz="1400" dirty="0"/>
              <a:t>Board Brief (exec summary) </a:t>
            </a:r>
          </a:p>
          <a:p>
            <a:r>
              <a:rPr lang="en-IN" sz="1400" dirty="0"/>
              <a:t>Custom Risk Weights (real-time UI recalculation)</a:t>
            </a:r>
          </a:p>
        </p:txBody>
      </p:sp>
    </p:spTree>
    <p:extLst>
      <p:ext uri="{BB962C8B-B14F-4D97-AF65-F5344CB8AC3E}">
        <p14:creationId xmlns:p14="http://schemas.microsoft.com/office/powerpoint/2010/main" val="198872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63E9D-5D20-1289-8752-14FD5FD7C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Cognizant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8B47F-BABC-13F0-9094-AB17C23A3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648F72-F26F-3820-02A5-A7E4FD845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69314"/>
            <a:ext cx="7772400" cy="411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0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8DD6-6B52-5474-6250-F96E193D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468F1D-9D6A-599A-0443-E1FFE4CFDA8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17DB3-EA65-1A10-EB44-623354548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F8504-8480-10FB-4507-ACE63C36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7D3AD-54C1-1F86-6123-0DE94629CA8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SupplySense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38E29-9EFF-F208-66A5-0D909001F7B8}"/>
              </a:ext>
            </a:extLst>
          </p:cNvPr>
          <p:cNvSpPr txBox="1"/>
          <p:nvPr/>
        </p:nvSpPr>
        <p:spPr>
          <a:xfrm>
            <a:off x="516815" y="1350496"/>
            <a:ext cx="5486400" cy="50109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DDDEF-C999-7A8D-AE1D-89507AEC2968}"/>
              </a:ext>
            </a:extLst>
          </p:cNvPr>
          <p:cNvSpPr txBox="1"/>
          <p:nvPr/>
        </p:nvSpPr>
        <p:spPr>
          <a:xfrm>
            <a:off x="6188785" y="1350496"/>
            <a:ext cx="5486400" cy="50109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25EBED6-B2DB-B91B-284D-B232A7F40575}"/>
              </a:ext>
            </a:extLst>
          </p:cNvPr>
          <p:cNvSpPr/>
          <p:nvPr/>
        </p:nvSpPr>
        <p:spPr>
          <a:xfrm>
            <a:off x="516815" y="1024940"/>
            <a:ext cx="3924300" cy="39266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Uniqueness / Innovativeness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F293E2CD-A5B9-36EA-2CDA-4A9098BC00B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17601"/>
            <a:ext cx="5369968" cy="4828454"/>
          </a:xfrm>
        </p:spPr>
        <p:txBody>
          <a:bodyPr vert="horz" wrap="square" lIns="0" tIns="0" rIns="0" bIns="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IN" sz="1350" b="1" dirty="0"/>
              <a:t>Novelty</a:t>
            </a:r>
            <a:endParaRPr lang="en-IN" sz="1350" dirty="0"/>
          </a:p>
          <a:p>
            <a:pPr>
              <a:spcBef>
                <a:spcPts val="600"/>
              </a:spcBef>
            </a:pPr>
            <a:r>
              <a:rPr lang="en-IN" sz="1350" dirty="0"/>
              <a:t>Multi-agent AI system (not single LLM)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AI reasoning + deterministic math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Focus on 7–14 day early warning </a:t>
            </a:r>
          </a:p>
          <a:p>
            <a:pPr>
              <a:spcBef>
                <a:spcPts val="600"/>
              </a:spcBef>
            </a:pPr>
            <a:r>
              <a:rPr lang="en-IN" sz="1350" b="1" dirty="0"/>
              <a:t>Key Differentiators</a:t>
            </a:r>
            <a:endParaRPr lang="en-IN" sz="1350" dirty="0"/>
          </a:p>
          <a:p>
            <a:pPr>
              <a:spcBef>
                <a:spcPts val="600"/>
              </a:spcBef>
            </a:pPr>
            <a:r>
              <a:rPr lang="en-IN" sz="1350" dirty="0"/>
              <a:t>Deterministic risk engine (auditable)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Explainable AI (score breakdown)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Client-side weight customization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Tier-2 cascade risk propagation </a:t>
            </a:r>
          </a:p>
          <a:p>
            <a:pPr>
              <a:spcBef>
                <a:spcPts val="600"/>
              </a:spcBef>
            </a:pPr>
            <a:r>
              <a:rPr lang="en-IN" sz="1350" b="1" dirty="0"/>
              <a:t>India-First Design</a:t>
            </a:r>
            <a:endParaRPr lang="en-IN" sz="1350" dirty="0"/>
          </a:p>
          <a:p>
            <a:pPr>
              <a:spcBef>
                <a:spcPts val="600"/>
              </a:spcBef>
            </a:pPr>
            <a:r>
              <a:rPr lang="en-IN" sz="1350" dirty="0"/>
              <a:t>Festival-aware demand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₹-based financial impact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India map risk clustering </a:t>
            </a:r>
          </a:p>
          <a:p>
            <a:pPr>
              <a:spcBef>
                <a:spcPts val="600"/>
              </a:spcBef>
            </a:pPr>
            <a:r>
              <a:rPr lang="en-IN" sz="1350" b="1" dirty="0"/>
              <a:t>Vs Existing Tools</a:t>
            </a:r>
            <a:endParaRPr lang="en-IN" sz="1350" dirty="0"/>
          </a:p>
          <a:p>
            <a:pPr>
              <a:spcBef>
                <a:spcPts val="600"/>
              </a:spcBef>
            </a:pPr>
            <a:r>
              <a:rPr lang="en-IN" sz="1350" dirty="0"/>
              <a:t>ERP → backward-looking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Planning tools → slow </a:t>
            </a:r>
          </a:p>
          <a:p>
            <a:pPr>
              <a:spcBef>
                <a:spcPts val="600"/>
              </a:spcBef>
            </a:pPr>
            <a:r>
              <a:rPr lang="en-IN" sz="1350" dirty="0" err="1"/>
              <a:t>SupplySense</a:t>
            </a:r>
            <a:r>
              <a:rPr lang="en-IN" sz="1350" dirty="0"/>
              <a:t> → real-time, predictive, actionable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185B65-BFBE-8996-BFCB-A93D2E21224C}"/>
              </a:ext>
            </a:extLst>
          </p:cNvPr>
          <p:cNvSpPr/>
          <p:nvPr/>
        </p:nvSpPr>
        <p:spPr>
          <a:xfrm>
            <a:off x="6188785" y="1024939"/>
            <a:ext cx="4522758" cy="414434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Business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 Impact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A194955-6208-156E-96F5-58AEA47DF8BA}"/>
              </a:ext>
            </a:extLst>
          </p:cNvPr>
          <p:cNvSpPr txBox="1">
            <a:spLocks/>
          </p:cNvSpPr>
          <p:nvPr/>
        </p:nvSpPr>
        <p:spPr>
          <a:xfrm>
            <a:off x="6450433" y="1461145"/>
            <a:ext cx="5029200" cy="497720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350" b="1" dirty="0">
                <a:solidFill>
                  <a:schemeClr val="tx2"/>
                </a:solidFill>
              </a:rPr>
              <a:t> </a:t>
            </a:r>
            <a:r>
              <a:rPr lang="en-IN" sz="1350" b="1" dirty="0"/>
              <a:t>Quantitative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350" dirty="0"/>
              <a:t>Detection: 48 hrs → &lt; 2 min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350" dirty="0"/>
              <a:t>Stockout prevention: 20% → ~70%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350" dirty="0"/>
              <a:t>Alternate sourcing: 3–5 days → &lt; 1 hr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350" dirty="0"/>
              <a:t>Analyst time saved: ~12 hrs/week </a:t>
            </a:r>
          </a:p>
          <a:p>
            <a:pPr>
              <a:spcBef>
                <a:spcPts val="600"/>
              </a:spcBef>
            </a:pPr>
            <a:r>
              <a:rPr lang="en-IN" sz="1350" b="1" dirty="0"/>
              <a:t>ROI (₹500 Cr company)</a:t>
            </a:r>
            <a:endParaRPr lang="en-IN" sz="1350" dirty="0"/>
          </a:p>
          <a:p>
            <a:pPr>
              <a:spcBef>
                <a:spcPts val="600"/>
              </a:spcBef>
            </a:pPr>
            <a:r>
              <a:rPr lang="en-IN" sz="1350" dirty="0"/>
              <a:t>1 stockout = ₹18–25L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Prevents ~8/year = ₹1.5–2 Cr saved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Cost = ₹15–20L/year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ROI = 8–10x </a:t>
            </a:r>
          </a:p>
          <a:p>
            <a:pPr>
              <a:spcBef>
                <a:spcPts val="600"/>
              </a:spcBef>
            </a:pPr>
            <a:r>
              <a:rPr lang="en-IN" sz="1350" b="1" dirty="0"/>
              <a:t>Qualitative</a:t>
            </a:r>
            <a:endParaRPr lang="en-IN" sz="1350" dirty="0"/>
          </a:p>
          <a:p>
            <a:pPr>
              <a:spcBef>
                <a:spcPts val="600"/>
              </a:spcBef>
            </a:pPr>
            <a:r>
              <a:rPr lang="en-IN" sz="1350" dirty="0"/>
              <a:t>Faster decisions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Full visibility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Reduced panic ordering </a:t>
            </a:r>
          </a:p>
          <a:p>
            <a:pPr>
              <a:spcBef>
                <a:spcPts val="600"/>
              </a:spcBef>
            </a:pPr>
            <a:r>
              <a:rPr lang="en-IN" sz="1350" dirty="0"/>
              <a:t>Better supplier control </a:t>
            </a:r>
          </a:p>
          <a:p>
            <a:pPr>
              <a:spcBef>
                <a:spcPts val="0"/>
              </a:spcBef>
            </a:pPr>
            <a:endParaRPr lang="en-US" sz="1350" dirty="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</a:pPr>
            <a:r>
              <a:rPr lang="en-US" sz="1350" dirty="0">
                <a:solidFill>
                  <a:schemeClr val="tx2"/>
                </a:solidFill>
              </a:rPr>
              <a:t> </a:t>
            </a:r>
          </a:p>
          <a:p>
            <a:pPr>
              <a:spcBef>
                <a:spcPts val="0"/>
              </a:spcBef>
            </a:pPr>
            <a:endParaRPr lang="en-US" sz="1350" dirty="0">
              <a:solidFill>
                <a:schemeClr val="tx2"/>
              </a:solidFill>
            </a:endParaRPr>
          </a:p>
          <a:p>
            <a:endParaRPr lang="en-US" sz="135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024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E35-8838-5ED2-C5B6-BF0A77C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SupplySense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516815" y="1350496"/>
            <a:ext cx="11200264" cy="492248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Technical Design and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C8D5C-6615-54D9-7629-59C06C713C2B}"/>
              </a:ext>
            </a:extLst>
          </p:cNvPr>
          <p:cNvSpPr txBox="1"/>
          <p:nvPr/>
        </p:nvSpPr>
        <p:spPr>
          <a:xfrm>
            <a:off x="5943599" y="2822759"/>
            <a:ext cx="52339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AWS Stack</a:t>
            </a:r>
            <a:r>
              <a:rPr lang="en-IN" sz="1400" dirty="0"/>
              <a:t> </a:t>
            </a:r>
          </a:p>
          <a:p>
            <a:r>
              <a:rPr lang="en-IN" sz="1400" dirty="0"/>
              <a:t>Amazon RDS → database </a:t>
            </a:r>
          </a:p>
          <a:p>
            <a:r>
              <a:rPr lang="en-IN" sz="1400" dirty="0"/>
              <a:t>Amazon Bedrock → LLM (Claude / Nova)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B6FD02-7E69-5009-819F-1FBE4243BB24}"/>
              </a:ext>
            </a:extLst>
          </p:cNvPr>
          <p:cNvSpPr txBox="1"/>
          <p:nvPr/>
        </p:nvSpPr>
        <p:spPr>
          <a:xfrm>
            <a:off x="934065" y="1724371"/>
            <a:ext cx="456518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Backend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Python, </a:t>
            </a:r>
            <a:r>
              <a:rPr lang="en-IN" sz="1400" dirty="0" err="1"/>
              <a:t>FastAPI</a:t>
            </a:r>
            <a:r>
              <a:rPr lang="en-IN" sz="1400" dirty="0"/>
              <a:t> 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AWS RDS PostgreSQL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407810-5AFA-7468-F6BE-434AB6061750}"/>
              </a:ext>
            </a:extLst>
          </p:cNvPr>
          <p:cNvSpPr txBox="1"/>
          <p:nvPr/>
        </p:nvSpPr>
        <p:spPr>
          <a:xfrm>
            <a:off x="934065" y="2930481"/>
            <a:ext cx="6096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AI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Multi-agent pipeline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Signal → Risk → Action → Advisor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AWS Bedrock (Claude)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endParaRPr lang="en-IN" sz="1400" dirty="0"/>
          </a:p>
          <a:p>
            <a:r>
              <a:rPr lang="en-IN" sz="1400" b="1" dirty="0"/>
              <a:t>Core Engines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Risk Engine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Financial Engine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Cascade Engine</a:t>
            </a:r>
          </a:p>
          <a:p>
            <a:endParaRPr lang="en-IN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052462-DDD2-186B-4BD6-38699EE5EA9D}"/>
              </a:ext>
            </a:extLst>
          </p:cNvPr>
          <p:cNvSpPr txBox="1"/>
          <p:nvPr/>
        </p:nvSpPr>
        <p:spPr>
          <a:xfrm>
            <a:off x="5951394" y="17234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Frontend</a:t>
            </a:r>
          </a:p>
          <a:p>
            <a:r>
              <a:rPr lang="en-IN" sz="1400" dirty="0"/>
              <a:t>React + TypeScript </a:t>
            </a:r>
          </a:p>
        </p:txBody>
      </p:sp>
    </p:spTree>
    <p:extLst>
      <p:ext uri="{BB962C8B-B14F-4D97-AF65-F5344CB8AC3E}">
        <p14:creationId xmlns:p14="http://schemas.microsoft.com/office/powerpoint/2010/main" val="50999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1BFD77-DFA5-938C-DF04-2972CB687E26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3092067" y="495141"/>
            <a:ext cx="6328100" cy="60385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49415-FBF8-1769-162B-441D6668E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Cognizant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26C5F-7A18-4BD6-584C-C5C3AC036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62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6B2-2B56-208C-1D8D-A2504C8A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EBD7C2-ABAF-7D0F-B3A2-993B35CBBCB8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59DA6-B2BF-8792-AD1F-23DAFC891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1B0EF-F52D-5F0F-23C8-716084726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B8E245-4828-3B89-44E7-B5C08C114BE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SupplySense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A27B2-E9FC-31F0-BBA2-0630D60A0053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794A1-4959-3DC1-D2F8-05442DC7955A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714BA1E-65C7-7C9C-3F08-0D0484356266}"/>
              </a:ext>
            </a:extLst>
          </p:cNvPr>
          <p:cNvSpPr/>
          <p:nvPr/>
        </p:nvSpPr>
        <p:spPr>
          <a:xfrm>
            <a:off x="516815" y="1044264"/>
            <a:ext cx="4799464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Scalable / Reusable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CF91496-85DD-D02F-082E-D49F7DFA647E}"/>
              </a:ext>
            </a:extLst>
          </p:cNvPr>
          <p:cNvSpPr/>
          <p:nvPr/>
        </p:nvSpPr>
        <p:spPr>
          <a:xfrm>
            <a:off x="6188785" y="1024939"/>
            <a:ext cx="4156694" cy="34488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Roadmap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8190D18-1FB6-A0C7-4255-B3DE341A6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736" y="1593979"/>
            <a:ext cx="415793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ERP integration (SAP, Oracle)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GSTN E-Way Bill API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ML-based demand forecasting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Supplier financial risk scoring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Multi-country expansion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Autonomous ordering (AI executes purchase)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54B9D-D1A1-7EA1-DDDF-92AB9317EE22}"/>
              </a:ext>
            </a:extLst>
          </p:cNvPr>
          <p:cNvSpPr txBox="1"/>
          <p:nvPr/>
        </p:nvSpPr>
        <p:spPr>
          <a:xfrm>
            <a:off x="633247" y="1828950"/>
            <a:ext cx="435390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Technical</a:t>
            </a:r>
            <a:endParaRPr lang="en-IN" sz="1400" dirty="0"/>
          </a:p>
          <a:p>
            <a:r>
              <a:rPr lang="en-IN" sz="1400" dirty="0" err="1"/>
              <a:t>FastAPI</a:t>
            </a:r>
            <a:r>
              <a:rPr lang="en-IN" sz="1400" dirty="0"/>
              <a:t> + PostgreSQL → scalable backend </a:t>
            </a:r>
          </a:p>
          <a:p>
            <a:r>
              <a:rPr lang="en-IN" sz="1400" dirty="0"/>
              <a:t>Multi-agent architecture → modular </a:t>
            </a:r>
          </a:p>
          <a:p>
            <a:r>
              <a:rPr lang="en-IN" sz="1400" dirty="0"/>
              <a:t>AWS Bedrock → model flexible </a:t>
            </a:r>
          </a:p>
          <a:p>
            <a:r>
              <a:rPr lang="en-IN" sz="1400" dirty="0"/>
              <a:t>Real-time event pipeline </a:t>
            </a:r>
          </a:p>
          <a:p>
            <a:endParaRPr lang="en-IN" sz="1400" dirty="0"/>
          </a:p>
          <a:p>
            <a:r>
              <a:rPr lang="en-IN" sz="1400" b="1" dirty="0"/>
              <a:t>Business</a:t>
            </a:r>
            <a:br>
              <a:rPr lang="en-IN" sz="1400" dirty="0"/>
            </a:br>
            <a:r>
              <a:rPr lang="en-IN" sz="1400" dirty="0"/>
              <a:t>Reusable across:</a:t>
            </a:r>
          </a:p>
          <a:p>
            <a:r>
              <a:rPr lang="en-IN" sz="1400" dirty="0"/>
              <a:t>FMCG </a:t>
            </a:r>
          </a:p>
          <a:p>
            <a:r>
              <a:rPr lang="en-IN" sz="1400" dirty="0"/>
              <a:t>Pharma </a:t>
            </a:r>
          </a:p>
          <a:p>
            <a:r>
              <a:rPr lang="en-IN" sz="1400" dirty="0"/>
              <a:t>Automotive </a:t>
            </a:r>
          </a:p>
          <a:p>
            <a:r>
              <a:rPr lang="en-IN" sz="1400" dirty="0"/>
              <a:t>Retail</a:t>
            </a:r>
          </a:p>
          <a:p>
            <a:r>
              <a:rPr lang="en-IN" sz="1400" dirty="0"/>
              <a:t> </a:t>
            </a:r>
          </a:p>
          <a:p>
            <a:r>
              <a:rPr lang="en-IN" sz="1400" b="1" dirty="0"/>
              <a:t>Key Point</a:t>
            </a:r>
            <a:br>
              <a:rPr lang="en-IN" sz="1400" dirty="0"/>
            </a:br>
            <a:r>
              <a:rPr lang="en-IN" sz="1400" dirty="0"/>
              <a:t>One platform → multiple industries (configurable)</a:t>
            </a:r>
          </a:p>
        </p:txBody>
      </p:sp>
    </p:spTree>
    <p:extLst>
      <p:ext uri="{BB962C8B-B14F-4D97-AF65-F5344CB8AC3E}">
        <p14:creationId xmlns:p14="http://schemas.microsoft.com/office/powerpoint/2010/main" val="442285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9312-CD68-5C9C-0566-BC59C60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6DC-034A-386C-85C3-E9BFF7BE1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365335"/>
            <a:ext cx="6053327" cy="92333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572D9-700A-7FEC-1F56-7C7C6675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B3EE0-4971-0D8C-F534-22A0ECF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90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2.xml><?xml version="1.0" encoding="utf-8"?>
<a:theme xmlns:a="http://schemas.openxmlformats.org/drawingml/2006/main" name="2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3E0153FB185A46AEF0FBE7B01E0040" ma:contentTypeVersion="10" ma:contentTypeDescription="Create a new document." ma:contentTypeScope="" ma:versionID="695ee70c341e16e3141a6fc3fbd82840">
  <xsd:schema xmlns:xsd="http://www.w3.org/2001/XMLSchema" xmlns:xs="http://www.w3.org/2001/XMLSchema" xmlns:p="http://schemas.microsoft.com/office/2006/metadata/properties" xmlns:ns2="bbc6e5e2-74da-40e5-b271-0caf7db04c99" xmlns:ns3="8a01a900-5428-47a6-a2a9-02f7b3079dca" targetNamespace="http://schemas.microsoft.com/office/2006/metadata/properties" ma:root="true" ma:fieldsID="80fa6b6f5a988d699d38a9405a603330" ns2:_="" ns3:_="">
    <xsd:import namespace="bbc6e5e2-74da-40e5-b271-0caf7db04c99"/>
    <xsd:import namespace="8a01a900-5428-47a6-a2a9-02f7b3079d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6e5e2-74da-40e5-b271-0caf7db04c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01a900-5428-47a6-a2a9-02f7b3079dc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14554ff-6e41-41b3-8a8d-bf28bad55097}" ma:internalName="TaxCatchAll" ma:showField="CatchAllData" ma:web="8a01a900-5428-47a6-a2a9-02f7b3079d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c6e5e2-74da-40e5-b271-0caf7db04c99">
      <Terms xmlns="http://schemas.microsoft.com/office/infopath/2007/PartnerControls"/>
    </lcf76f155ced4ddcb4097134ff3c332f>
    <TaxCatchAll xmlns="8a01a900-5428-47a6-a2a9-02f7b3079dc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C92090-3370-4DB0-9EBE-A352196CEB20}">
  <ds:schemaRefs>
    <ds:schemaRef ds:uri="8a01a900-5428-47a6-a2a9-02f7b3079dca"/>
    <ds:schemaRef ds:uri="bbc6e5e2-74da-40e5-b271-0caf7db04c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11035EC-6D18-44A4-BB42-C9DEBF2D5983}">
  <ds:schemaRefs>
    <ds:schemaRef ds:uri="8a01a900-5428-47a6-a2a9-02f7b3079dca"/>
    <ds:schemaRef ds:uri="bbc6e5e2-74da-40e5-b271-0caf7db04c9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E3E83F0-6E45-4BB2-99A3-73A594F63EE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08c407-19b9-427d-9fe8-edf254300ca7}" enabled="0" method="" siteId="{de08c407-19b9-427d-9fe8-edf254300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</TotalTime>
  <Words>537</Words>
  <Application>Microsoft Macintosh PowerPoint</Application>
  <PresentationFormat>Widescreen</PresentationFormat>
  <Paragraphs>140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1_Office Theme</vt:lpstr>
      <vt:lpstr>2_Office Theme</vt:lpstr>
      <vt:lpstr>MVP Presentation – Team Cipher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Bluebolt Excellence Awards 2025 FAQ Document</dc:title>
  <dc:subject/>
  <cp:keywords/>
  <dc:description/>
  <cp:lastModifiedBy>Smriti T M 23BCS401</cp:lastModifiedBy>
  <cp:revision>5</cp:revision>
  <dcterms:created xsi:type="dcterms:W3CDTF">2022-04-01T05:31:57Z</dcterms:created>
  <dcterms:modified xsi:type="dcterms:W3CDTF">2026-05-07T05:49:56Z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Rejected By">
    <vt:lpwstr/>
  </property>
  <property fmtid="{D5CDD505-2E9C-101B-9397-08002B2CF9AE}" pid="4" name="Will our competitors be interested in acquiring the information shared in this document?">
    <vt:lpwstr>Little or no chance</vt:lpwstr>
  </property>
  <property fmtid="{D5CDD505-2E9C-101B-9397-08002B2CF9AE}" pid="5" name="Criticality">
    <vt:lpwstr>C3</vt:lpwstr>
  </property>
  <property fmtid="{D5CDD505-2E9C-101B-9397-08002B2CF9AE}" pid="6" name="Last Updated By">
    <vt:lpwstr>717;#717</vt:lpwstr>
  </property>
  <property fmtid="{D5CDD505-2E9C-101B-9397-08002B2CF9AE}" pid="7" name="ContentTypeId">
    <vt:lpwstr>0x010100433E0153FB185A46AEF0FBE7B01E0040</vt:lpwstr>
  </property>
  <property fmtid="{D5CDD505-2E9C-101B-9397-08002B2CF9AE}" pid="8" name="PreviousFeatured">
    <vt:lpwstr>Approved-False</vt:lpwstr>
  </property>
  <property fmtid="{D5CDD505-2E9C-101B-9397-08002B2CF9AE}" pid="9" name="Approved Date">
    <vt:filetime>2025-12-22T13:28:00Z</vt:filetime>
  </property>
  <property fmtid="{D5CDD505-2E9C-101B-9397-08002B2CF9AE}" pid="10" name="Approved By">
    <vt:lpwstr>717;#717</vt:lpwstr>
  </property>
</Properties>
</file>